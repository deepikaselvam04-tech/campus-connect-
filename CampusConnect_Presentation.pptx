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Internship Discovery &amp; Application Tracking Platform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CampusConnect?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responsive web application for students seeking internships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dashboard for discovery, saving, and tracking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friction between finding and managing internship 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React + Responsive CSS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Node.js + Express REST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Database: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search across multiple job boards and tracking platforms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tracking is fragmented across notes, emails, spreadsheets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dashboard with search, filtering, and application 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internships, record applications, and track status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 responsive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notes and next-action tracking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Authentication &amp; Account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&amp; Filter Internships by role, skill, location, deadline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Internships for Later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Tracking with Status Updates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 Tracking: Applied, Shortlisted, Interview, Selected, Rejected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Notes &amp; Next Actions per 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Tools for Managing Internship Listings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Reminders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a scalable, layered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clear user journeys and functional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wireframes and establish navigation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Included in 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Authentication (registration, login, session management)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Internship discovery with search &amp; filters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398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Personal workspace and application tracking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US-01: Register &amp; Login for private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US-02: Search &amp; filter internships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US-03: Save internships for later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US-04: Record 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US-05: Update application status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US-06: Add notes &amp; next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US-07 (Admin): Manage internship listings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Presentation Layer: React, routing, forms, responsive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Layer: Express.js, validation, authentication, routing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Layer: Business logic and use-case orchestration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Layer: PostgreSQL queries, transactions, constraints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Benefits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Loose coupling between frontend and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67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Independent evolution of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5137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Easier testing and maintenance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/api/auth/register - Create student account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/api/auth/login - Authenticate and issue token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/api/internships - List with filters &amp; pagination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/api/internships/:id - Get single internship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/api/saved - Save an internship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/api/applications - Create 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/api/applications - List user applications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PATCH /api/applications/:id - Update status/notes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users: Account identity &amp; 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internships: Published opportunity information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applications: Links students to internships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saved_internships: User's shortlist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progress: Status history with timestamps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Email is unique and indexed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788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Foreign keys enforce referential integrity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628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Timestamps stored in UTC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Non-Functional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Hash passwords with bcrypt/argon2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Authorization: Users access only their own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Performance: Pagination, indexed searches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Accessibility: Keyboard-friendly, responsive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Client &amp; server-side input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Maintainability: Separated concerns, testable code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1: Database schema &amp; authentication (1-2 days)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2: Internship CRUD, search, filters (2-3 days)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3: Saved items &amp; application tracker (2 days)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4: UI polish, validation, error states (2 days)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5: Testing, deployment, documentation (1-2 days)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Unit tests for validation &amp; business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API integration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970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◦ UI tests for key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Recruiter dashboard and candidate shortlisting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Calendar integration for interviews &amp; deadlines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recommendation engine based on skills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version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dashboard showing funnel conversion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mobile apps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AI-powered interview preparation tools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CampusConnect: Simplified Internship Discovery &amp; Tracking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2026-08-20T10:13:32Z</dcterms:created>
  <dcterms:modified xsi:type="dcterms:W3CDTF">2026-08-20T10:13:32Z</dcterms:modified>
</cp:coreProperties>
</file>